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25" r:id="rId5"/>
    <p:sldId id="323" r:id="rId6"/>
    <p:sldId id="32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>
      <p:cViewPr>
        <p:scale>
          <a:sx n="67" d="100"/>
          <a:sy n="67" d="100"/>
        </p:scale>
        <p:origin x="604" y="256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FECD-354B-D1FC-2306-05DC29B34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4D11-C54E-1DAA-8AA2-18C93837C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Evaluating LLM Agents in Black-Box Auctions</a:t>
            </a:r>
          </a:p>
        </p:txBody>
      </p:sp>
    </p:spTree>
    <p:extLst>
      <p:ext uri="{BB962C8B-B14F-4D97-AF65-F5344CB8AC3E}">
        <p14:creationId xmlns:p14="http://schemas.microsoft.com/office/powerpoint/2010/main" val="406847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8798-DC03-DAEA-764E-2DF6A3B1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E6C245-C640-A44C-173F-48C24DB9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Background and Motivation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A5C68-F199-F675-6447-6963583560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005478"/>
            <a:ext cx="9383217" cy="217495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Neural Network Mechanisms can model complex auctions with multiple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LLM bidders relatively new, the next step in optimizing auctions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Example Uses in real world: Alibaba evaluating advertisements in online auctions after a search query is sent by a user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15975-60E3-66E3-F7BA-CDB70FE006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2" descr="Neural Network Icon Graphic by aimagenarium · Creative Fabrica">
            <a:extLst>
              <a:ext uri="{FF2B5EF4-FFF2-40B4-BE49-F238E27FC236}">
                <a16:creationId xmlns:a16="http://schemas.microsoft.com/office/drawing/2014/main" id="{8CC10451-3129-165C-5631-3505285D7A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6" t="13342" r="30986" b="20576"/>
          <a:stretch>
            <a:fillRect/>
          </a:stretch>
        </p:blipFill>
        <p:spPr bwMode="auto">
          <a:xfrm>
            <a:off x="5124173" y="4463617"/>
            <a:ext cx="1701657" cy="189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BE27D67-6155-501E-59C4-D8A5F8ECC9D4}"/>
              </a:ext>
            </a:extLst>
          </p:cNvPr>
          <p:cNvSpPr txBox="1">
            <a:spLocks/>
          </p:cNvSpPr>
          <p:nvPr/>
        </p:nvSpPr>
        <p:spPr>
          <a:xfrm>
            <a:off x="1975844" y="5943601"/>
            <a:ext cx="1575582" cy="561413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LLM Bids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018C5E-31D5-6516-278B-D2D4565D7274}"/>
              </a:ext>
            </a:extLst>
          </p:cNvPr>
          <p:cNvSpPr txBox="1">
            <a:spLocks/>
          </p:cNvSpPr>
          <p:nvPr/>
        </p:nvSpPr>
        <p:spPr>
          <a:xfrm>
            <a:off x="8822502" y="4810984"/>
            <a:ext cx="2251897" cy="531456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Menu Option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6A46646-B1B1-0995-98AF-DC8C348E328F}"/>
              </a:ext>
            </a:extLst>
          </p:cNvPr>
          <p:cNvSpPr txBox="1">
            <a:spLocks/>
          </p:cNvSpPr>
          <p:nvPr/>
        </p:nvSpPr>
        <p:spPr>
          <a:xfrm>
            <a:off x="5307354" y="5863899"/>
            <a:ext cx="1701657" cy="59106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MenuNet</a:t>
            </a:r>
          </a:p>
        </p:txBody>
      </p:sp>
      <p:pic>
        <p:nvPicPr>
          <p:cNvPr id="10" name="Picture 4" descr="ChatGPT - Simple English Wikipedia, the ...">
            <a:extLst>
              <a:ext uri="{FF2B5EF4-FFF2-40B4-BE49-F238E27FC236}">
                <a16:creationId xmlns:a16="http://schemas.microsoft.com/office/drawing/2014/main" id="{B8C505B1-4A39-C258-40FB-4B4C4AD00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222" y="4446165"/>
            <a:ext cx="1509461" cy="1509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D55351B-EE03-4F9A-D099-414045F71EB7}"/>
              </a:ext>
            </a:extLst>
          </p:cNvPr>
          <p:cNvSpPr/>
          <p:nvPr/>
        </p:nvSpPr>
        <p:spPr>
          <a:xfrm>
            <a:off x="3670480" y="507135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4362624-FF54-1D1E-3921-4FCBD68545CF}"/>
              </a:ext>
            </a:extLst>
          </p:cNvPr>
          <p:cNvSpPr/>
          <p:nvPr/>
        </p:nvSpPr>
        <p:spPr>
          <a:xfrm>
            <a:off x="7368808" y="50679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93FAB4D-646E-B1C9-9D2C-867BAF9E961B}"/>
              </a:ext>
            </a:extLst>
          </p:cNvPr>
          <p:cNvSpPr txBox="1">
            <a:spLocks/>
          </p:cNvSpPr>
          <p:nvPr/>
        </p:nvSpPr>
        <p:spPr>
          <a:xfrm>
            <a:off x="8822501" y="5410919"/>
            <a:ext cx="2251897" cy="45298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Allocation, Payment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99CFB5-2088-6E21-499B-3BEFA4A102F3}"/>
              </a:ext>
            </a:extLst>
          </p:cNvPr>
          <p:cNvCxnSpPr>
            <a:cxnSpLocks/>
          </p:cNvCxnSpPr>
          <p:nvPr/>
        </p:nvCxnSpPr>
        <p:spPr>
          <a:xfrm>
            <a:off x="8822503" y="5342440"/>
            <a:ext cx="215096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98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A4E6-5EFC-320D-2010-3C1667AD1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FD08-690C-7C11-B814-953CB31D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/>
              <a:t>Our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A1782-ADA6-7DD1-F402-B04211845F4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2057401"/>
            <a:ext cx="3068678" cy="4119463"/>
          </a:xfrm>
        </p:spPr>
        <p:txBody>
          <a:bodyPr>
            <a:normAutofit/>
          </a:bodyPr>
          <a:lstStyle/>
          <a:p>
            <a:r>
              <a:rPr lang="en-US" dirty="0"/>
              <a:t>Evaluating LLMs effectiveness in Neural Network Auctions</a:t>
            </a:r>
          </a:p>
          <a:p>
            <a:r>
              <a:rPr lang="en-US" dirty="0"/>
              <a:t>Implement MenuNet as our neural network auction</a:t>
            </a:r>
          </a:p>
          <a:p>
            <a:r>
              <a:rPr lang="en-US" dirty="0"/>
              <a:t>Use ChatGPT as our LLM bidder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B84928-D58E-2FA4-867E-D2F18FAB0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9" b="10454"/>
          <a:stretch>
            <a:fillRect/>
          </a:stretch>
        </p:blipFill>
        <p:spPr>
          <a:xfrm>
            <a:off x="5183338" y="1711353"/>
            <a:ext cx="6085857" cy="355693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9783-710F-2949-A1A7-B998062BC5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484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{08D0010E-E502-46BB-9950-80DBE7F34AF0}TF3977e381-cba5-49b1-ba43-b5d865517af907ebbda9_win32-372d4d6ae720</Template>
  <TotalTime>237</TotalTime>
  <Words>83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Tisa Offc Serif Pro</vt:lpstr>
      <vt:lpstr>Univers Light</vt:lpstr>
      <vt:lpstr>Custom</vt:lpstr>
      <vt:lpstr>Evaluating LLM Agents in Black-Box Auctions</vt:lpstr>
      <vt:lpstr>Background and Motivation</vt:lpstr>
      <vt:lpstr>Our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Hoang Nguyen</dc:creator>
  <cp:lastModifiedBy>Nelson Hoang Nguyen</cp:lastModifiedBy>
  <cp:revision>9</cp:revision>
  <dcterms:created xsi:type="dcterms:W3CDTF">2026-01-28T08:22:23Z</dcterms:created>
  <dcterms:modified xsi:type="dcterms:W3CDTF">2026-02-06T02:25:55Z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